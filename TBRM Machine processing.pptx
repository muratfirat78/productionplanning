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94660"/>
  </p:normalViewPr>
  <p:slideViewPr>
    <p:cSldViewPr snapToGrid="0">
      <p:cViewPr varScale="1">
        <p:scale>
          <a:sx n="87" d="100"/>
          <a:sy n="87" d="100"/>
        </p:scale>
        <p:origin x="57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86FAA-6B82-2EB8-0994-F4C954B74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634500-9B21-B9EB-7E08-4BFE216A7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FBE0F-4BBE-32EA-3FB9-5AE9BA1BD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39CFA3-CC9C-52D4-1820-F94E306AD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41FFC-A72D-2E6B-96FC-B1F82EED4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969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F30BF-A4D9-F982-7717-F37E3AA0C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32BC9-A0D2-DA43-229D-BC4D740CD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A9CB6C-55E3-2078-1A60-20E1D0180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D83B6-5E4D-592B-7DE6-52B5BA244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6023B-600D-13B1-16BE-584F67F93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181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0706E-D5EA-431F-26F3-86AB17B34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D54843-441D-551C-5E4D-718D6AD0F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ABF984-8CAC-2976-A937-CC441A967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26F16-449A-7078-0532-0F5C696FC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E30E2-37C8-8A4A-8B61-505CFEFF2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299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7427-06C6-482B-88ED-B7BAE3B8F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CBE3D-2F00-898B-445B-2E67D18605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C34BDC-FCD6-DA2D-3D53-68D6E0E76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3CB0E9-2017-E2AC-C206-99B27DE36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0270E0-1DDF-46E0-3DF0-684B9A564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CA360-68F0-1B07-4DA9-21A1DA98E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874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CD331-AD0C-1EAA-185A-266563183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8AF43-A896-3B78-17AD-EAC4865C5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5C566-E456-7B86-594B-216E2E15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0315F1-82E4-A314-8DEB-3463192C7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31222D-BB76-4B4B-7C18-9B9F1A7BAD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113F87-4A48-FAA4-9F72-18D9D7C26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FBA9D2-D72A-32A3-9F39-EE8E4CE18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3D2812-4360-3566-F4DF-8E81A025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042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22838-99E9-FB96-2C52-77A25DDAC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3C1DE-FD0A-ED07-7A48-A07978FF9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F8B009-2733-B810-7078-64B8FE0DA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D71B81-8DE4-3A8C-4317-03F804C60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4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1AB8A-D41C-9A3D-A57D-EE5082B9E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3B6683-86B3-DE57-C4E1-E99EC3B0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D09BC-6292-5295-8496-C449A13EE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2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3B04-3CDE-731E-F1B6-1DC8C8B9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10511-4454-B33E-0171-921E7AC1A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70F02B-4E8A-54AC-9952-6BA448DF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858F67-EA4B-C48C-B4E1-2D4350A4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6E629-08E6-FC88-DF30-014D5B552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74A301-0771-911C-AA4B-398D462B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102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8964-C2A0-F025-43D9-740EF396A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36413-8CBA-AF44-91C1-DDFF9F7074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E4025D-FE5F-608C-1B09-CCEA31C9B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7C1E76-01AE-E828-C26B-7323F07B5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C4FBA-1B10-2C96-46B5-D5CE1B24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2256D4-E754-B3C2-22B4-F680C0452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43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EEB4B-9469-2FC0-0B6F-308BD1853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7659C5-9744-B8EA-0040-41F1E6EB89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4E20A-DE33-BD54-2515-8D2CDE035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A69362-DAD6-4EFD-F061-51065CC2B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2DE4C-1644-4237-A3F8-BD070C1B2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270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AF14E0-7D50-6270-D735-351413B361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00B6AB-3CC9-B310-BF33-577675BD50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98DB-4F3C-7928-A0F1-434C74F1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B92C3-A992-C047-8AFA-D0D20D380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9694C-EE07-97EF-8100-8B5332708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5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AF2C50-72F1-3EB3-215E-3160A78D0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012B33-9C4E-2041-C4EB-6167EDA27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72C3-221A-0157-B917-9FACBF18A6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BCA329-E55F-4CC9-8776-67F064771D87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A1B87-7B6C-F0A6-562D-A400915201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BC3C3-2B99-ED0B-A80F-53F48657C9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FB609-7EF7-444D-A234-444429A27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5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D11796-D481-A0E6-65D7-D2148CC8112A}"/>
              </a:ext>
            </a:extLst>
          </p:cNvPr>
          <p:cNvSpPr/>
          <p:nvPr/>
        </p:nvSpPr>
        <p:spPr>
          <a:xfrm>
            <a:off x="498266" y="1642634"/>
            <a:ext cx="2495894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  <a:p>
            <a:pPr algn="ctr"/>
            <a:r>
              <a:rPr lang="en-US" dirty="0"/>
              <a:t>(Machine dependent)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5349D4-8A7F-2CAA-ABFF-911C6A0A9D54}"/>
              </a:ext>
            </a:extLst>
          </p:cNvPr>
          <p:cNvSpPr/>
          <p:nvPr/>
        </p:nvSpPr>
        <p:spPr>
          <a:xfrm>
            <a:off x="3158422" y="2037779"/>
            <a:ext cx="1659973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Loading  (0.15p mins)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CE576D-81F4-997E-6C12-E26FA0B36FFB}"/>
              </a:ext>
            </a:extLst>
          </p:cNvPr>
          <p:cNvSpPr/>
          <p:nvPr/>
        </p:nvSpPr>
        <p:spPr>
          <a:xfrm>
            <a:off x="3158421" y="1371600"/>
            <a:ext cx="7162801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(p mins)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34B59-BDFB-D34D-E5B8-D1F9502B4B5C}"/>
              </a:ext>
            </a:extLst>
          </p:cNvPr>
          <p:cNvSpPr txBox="1"/>
          <p:nvPr/>
        </p:nvSpPr>
        <p:spPr>
          <a:xfrm>
            <a:off x="2759627" y="596823"/>
            <a:ext cx="58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Manual Machines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07D8E4-DEE9-C815-B796-A3B3BBD76041}"/>
              </a:ext>
            </a:extLst>
          </p:cNvPr>
          <p:cNvSpPr/>
          <p:nvPr/>
        </p:nvSpPr>
        <p:spPr>
          <a:xfrm>
            <a:off x="8650299" y="2119901"/>
            <a:ext cx="1670923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Unloading (0.15p mins)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3325AC-752F-CD22-0B14-2FDE8CA2E35C}"/>
              </a:ext>
            </a:extLst>
          </p:cNvPr>
          <p:cNvSpPr/>
          <p:nvPr/>
        </p:nvSpPr>
        <p:spPr>
          <a:xfrm>
            <a:off x="3234168" y="4851229"/>
            <a:ext cx="169373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Loading </a:t>
            </a:r>
          </a:p>
          <a:p>
            <a:pPr algn="ctr"/>
            <a:r>
              <a:rPr lang="en-US" dirty="0"/>
              <a:t>(0.1p mins)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696625-2038-D8EB-0452-F0789D1C7962}"/>
              </a:ext>
            </a:extLst>
          </p:cNvPr>
          <p:cNvSpPr/>
          <p:nvPr/>
        </p:nvSpPr>
        <p:spPr>
          <a:xfrm>
            <a:off x="3234167" y="4185050"/>
            <a:ext cx="708705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Processing (p mins)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7F44B8-2E1C-556E-2C4A-2B4084A06264}"/>
              </a:ext>
            </a:extLst>
          </p:cNvPr>
          <p:cNvSpPr txBox="1"/>
          <p:nvPr/>
        </p:nvSpPr>
        <p:spPr>
          <a:xfrm>
            <a:off x="2835373" y="3410273"/>
            <a:ext cx="58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Automated Machines 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FDDFAF-FEDA-4550-7A44-FA7C11B3740E}"/>
              </a:ext>
            </a:extLst>
          </p:cNvPr>
          <p:cNvSpPr/>
          <p:nvPr/>
        </p:nvSpPr>
        <p:spPr>
          <a:xfrm>
            <a:off x="498266" y="4527908"/>
            <a:ext cx="2495894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Setup</a:t>
            </a:r>
          </a:p>
          <a:p>
            <a:pPr algn="ctr"/>
            <a:r>
              <a:rPr lang="en-US" dirty="0"/>
              <a:t>(Machine dependent)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44278A-F274-398F-1454-3FDAF503827D}"/>
              </a:ext>
            </a:extLst>
          </p:cNvPr>
          <p:cNvSpPr/>
          <p:nvPr/>
        </p:nvSpPr>
        <p:spPr>
          <a:xfrm>
            <a:off x="8627486" y="5005174"/>
            <a:ext cx="1693735" cy="5420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Unloading (automated)</a:t>
            </a:r>
          </a:p>
        </p:txBody>
      </p:sp>
    </p:spTree>
    <p:extLst>
      <p:ext uri="{BB962C8B-B14F-4D97-AF65-F5344CB8AC3E}">
        <p14:creationId xmlns:p14="http://schemas.microsoft.com/office/powerpoint/2010/main" val="4269287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Firat, Murat</dc:creator>
  <cp:lastModifiedBy>Firat, Murat</cp:lastModifiedBy>
  <cp:revision>1</cp:revision>
  <dcterms:created xsi:type="dcterms:W3CDTF">2026-05-06T09:02:09Z</dcterms:created>
  <dcterms:modified xsi:type="dcterms:W3CDTF">2026-05-06T09:02:27Z</dcterms:modified>
</cp:coreProperties>
</file>