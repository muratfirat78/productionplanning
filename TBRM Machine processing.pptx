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5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6FAA-6B82-2EB8-0994-F4C954B74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34500-9B21-B9EB-7E08-4BFE216A7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FBE0F-4BBE-32EA-3FB9-5AE9BA1B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9CFA3-CC9C-52D4-1820-F94E306A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41FFC-A72D-2E6B-96FC-B1F82EED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F30BF-A4D9-F982-7717-F37E3AA0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2BC9-A0D2-DA43-229D-BC4D740C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9CB6C-55E3-2078-1A60-20E1D018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D83B6-5E4D-592B-7DE6-52B5BA24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023B-600D-13B1-16BE-584F67F9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8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706E-D5EA-431F-26F3-86AB17B3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54843-441D-551C-5E4D-718D6AD0F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BF984-8CAC-2976-A937-CC441A96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26F16-449A-7078-0532-0F5C696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E30E2-37C8-8A4A-8B61-505CFEFF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29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7427-06C6-482B-88ED-B7BAE3B8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CBE3D-2F00-898B-445B-2E67D1860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34BDC-FCD6-DA2D-3D53-68D6E0E76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CB0E9-2017-E2AC-C206-99B27DE3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270E0-1DDF-46E0-3DF0-684B9A56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CA360-68F0-1B07-4DA9-21A1DA98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7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CD331-AD0C-1EAA-185A-26656318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AF43-A896-3B78-17AD-EAC4865C5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5C566-E456-7B86-594B-216E2E159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315F1-82E4-A314-8DEB-3463192C7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1222D-BB76-4B4B-7C18-9B9F1A7BA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13F87-4A48-FAA4-9F72-18D9D7C2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BA9D2-D72A-32A3-9F39-EE8E4CE1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D2812-4360-3566-F4DF-8E81A025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4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2838-99E9-FB96-2C52-77A25DDA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3C1DE-FD0A-ED07-7A48-A07978FF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8B009-2733-B810-7078-64B8FE0D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71B81-8DE4-3A8C-4317-03F804C6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AB8A-D41C-9A3D-A57D-EE5082B9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B6683-86B3-DE57-C4E1-E99EC3B0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D09BC-6292-5295-8496-C449A13E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3B04-3CDE-731E-F1B6-1DC8C8B9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10511-4454-B33E-0171-921E7AC1A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0F02B-4E8A-54AC-9952-6BA448DF8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58F67-EA4B-C48C-B4E1-2D4350A4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6E629-08E6-FC88-DF30-014D5B55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4A301-0771-911C-AA4B-398D462B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0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8964-C2A0-F025-43D9-740EF396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436413-8CBA-AF44-91C1-DDFF9F707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4025D-FE5F-608C-1B09-CCEA31C9B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C1E76-01AE-E828-C26B-7323F07B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C4FBA-1B10-2C96-46B5-D5CE1B24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256D4-E754-B3C2-22B4-F680C045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4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EB4B-9469-2FC0-0B6F-308BD185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659C5-9744-B8EA-0040-41F1E6EB8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4E20A-DE33-BD54-2515-8D2CDE03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69362-DAD6-4EFD-F061-51065CC2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2DE4C-1644-4237-A3F8-BD070C1B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7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F14E0-7D50-6270-D735-351413B36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0B6AB-3CC9-B310-BF33-577675BD5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E98DB-4F3C-7928-A0F1-434C74F1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B92C3-A992-C047-8AFA-D0D20D38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694C-EE07-97EF-8100-8B533270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6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F2C50-72F1-3EB3-215E-3160A78D0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12B33-9C4E-2041-C4EB-6167EDA27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C72C3-221A-0157-B917-9FACBF18A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CA329-E55F-4CC9-8776-67F064771D8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A1B87-7B6C-F0A6-562D-A40091520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BC3C3-2B99-ED0B-A80F-53F48657C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FB609-7EF7-444D-A234-444429A270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D11796-D481-A0E6-65D7-D2148CC8112A}"/>
              </a:ext>
            </a:extLst>
          </p:cNvPr>
          <p:cNvSpPr/>
          <p:nvPr/>
        </p:nvSpPr>
        <p:spPr>
          <a:xfrm>
            <a:off x="498266" y="1642634"/>
            <a:ext cx="2495894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Setup</a:t>
            </a:r>
          </a:p>
          <a:p>
            <a:pPr algn="ctr"/>
            <a:r>
              <a:rPr lang="en-US" dirty="0"/>
              <a:t>(Machine dependent)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349D4-8A7F-2CAA-ABFF-911C6A0A9D54}"/>
              </a:ext>
            </a:extLst>
          </p:cNvPr>
          <p:cNvSpPr/>
          <p:nvPr/>
        </p:nvSpPr>
        <p:spPr>
          <a:xfrm>
            <a:off x="3158422" y="2037779"/>
            <a:ext cx="2542472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Loading  (0.15p mins)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E576D-81F4-997E-6C12-E26FA0B36FFB}"/>
              </a:ext>
            </a:extLst>
          </p:cNvPr>
          <p:cNvSpPr/>
          <p:nvPr/>
        </p:nvSpPr>
        <p:spPr>
          <a:xfrm>
            <a:off x="3158421" y="1371600"/>
            <a:ext cx="7162801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Processing (p mins)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34B59-BDFB-D34D-E5B8-D1F9502B4B5C}"/>
              </a:ext>
            </a:extLst>
          </p:cNvPr>
          <p:cNvSpPr txBox="1"/>
          <p:nvPr/>
        </p:nvSpPr>
        <p:spPr>
          <a:xfrm>
            <a:off x="2759627" y="596823"/>
            <a:ext cx="581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 Machines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07D8E4-DEE9-C815-B796-A3B3BBD76041}"/>
              </a:ext>
            </a:extLst>
          </p:cNvPr>
          <p:cNvSpPr/>
          <p:nvPr/>
        </p:nvSpPr>
        <p:spPr>
          <a:xfrm>
            <a:off x="7778750" y="2037778"/>
            <a:ext cx="2542473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Unloading (0.15p mins)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3325AC-752F-CD22-0B14-2FDE8CA2E35C}"/>
              </a:ext>
            </a:extLst>
          </p:cNvPr>
          <p:cNvSpPr/>
          <p:nvPr/>
        </p:nvSpPr>
        <p:spPr>
          <a:xfrm>
            <a:off x="3234168" y="4851229"/>
            <a:ext cx="1693735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Loading </a:t>
            </a:r>
          </a:p>
          <a:p>
            <a:pPr algn="ctr"/>
            <a:r>
              <a:rPr lang="en-US" dirty="0"/>
              <a:t>(0.1p mins)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696625-2038-D8EB-0452-F0789D1C7962}"/>
              </a:ext>
            </a:extLst>
          </p:cNvPr>
          <p:cNvSpPr/>
          <p:nvPr/>
        </p:nvSpPr>
        <p:spPr>
          <a:xfrm>
            <a:off x="3234167" y="4185050"/>
            <a:ext cx="7087055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Processing (p mins)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F44B8-2E1C-556E-2C4A-2B4084A06264}"/>
              </a:ext>
            </a:extLst>
          </p:cNvPr>
          <p:cNvSpPr txBox="1"/>
          <p:nvPr/>
        </p:nvSpPr>
        <p:spPr>
          <a:xfrm>
            <a:off x="2835373" y="3410273"/>
            <a:ext cx="581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Automated Machines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FDDFAF-FEDA-4550-7A44-FA7C11B3740E}"/>
              </a:ext>
            </a:extLst>
          </p:cNvPr>
          <p:cNvSpPr/>
          <p:nvPr/>
        </p:nvSpPr>
        <p:spPr>
          <a:xfrm>
            <a:off x="498266" y="4527908"/>
            <a:ext cx="2495894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Setup</a:t>
            </a:r>
          </a:p>
          <a:p>
            <a:pPr algn="ctr"/>
            <a:r>
              <a:rPr lang="en-US" dirty="0"/>
              <a:t>(Machine dependent)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44278A-F274-398F-1454-3FDAF503827D}"/>
              </a:ext>
            </a:extLst>
          </p:cNvPr>
          <p:cNvSpPr/>
          <p:nvPr/>
        </p:nvSpPr>
        <p:spPr>
          <a:xfrm>
            <a:off x="8627486" y="5005174"/>
            <a:ext cx="1693735" cy="54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Unloading (automated)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507565-3BCC-DA22-2AC7-6D61FE71C62D}"/>
              </a:ext>
            </a:extLst>
          </p:cNvPr>
          <p:cNvCxnSpPr/>
          <p:nvPr/>
        </p:nvCxnSpPr>
        <p:spPr>
          <a:xfrm>
            <a:off x="8445500" y="1049028"/>
            <a:ext cx="0" cy="23612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75F144-7A43-4A61-4E09-CCB9BF3CCACE}"/>
              </a:ext>
            </a:extLst>
          </p:cNvPr>
          <p:cNvCxnSpPr/>
          <p:nvPr/>
        </p:nvCxnSpPr>
        <p:spPr>
          <a:xfrm>
            <a:off x="7778750" y="906358"/>
            <a:ext cx="0" cy="23612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13D3F5-516D-F798-C352-FC1AA44B83E4}"/>
              </a:ext>
            </a:extLst>
          </p:cNvPr>
          <p:cNvCxnSpPr/>
          <p:nvPr/>
        </p:nvCxnSpPr>
        <p:spPr>
          <a:xfrm>
            <a:off x="3873985" y="906358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8DEC30-6294-537D-70C8-E56E91433678}"/>
              </a:ext>
            </a:extLst>
          </p:cNvPr>
          <p:cNvCxnSpPr/>
          <p:nvPr/>
        </p:nvCxnSpPr>
        <p:spPr>
          <a:xfrm>
            <a:off x="6329836" y="857155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7D2027-6F6A-5E73-8312-82145070D80C}"/>
              </a:ext>
            </a:extLst>
          </p:cNvPr>
          <p:cNvCxnSpPr/>
          <p:nvPr/>
        </p:nvCxnSpPr>
        <p:spPr>
          <a:xfrm>
            <a:off x="5004769" y="857155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1231F6-91C5-BAA1-0B00-983C3032F6EE}"/>
              </a:ext>
            </a:extLst>
          </p:cNvPr>
          <p:cNvCxnSpPr/>
          <p:nvPr/>
        </p:nvCxnSpPr>
        <p:spPr>
          <a:xfrm>
            <a:off x="7522279" y="857155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827942-26F8-D438-C3DE-95566C3F08D1}"/>
              </a:ext>
            </a:extLst>
          </p:cNvPr>
          <p:cNvCxnSpPr/>
          <p:nvPr/>
        </p:nvCxnSpPr>
        <p:spPr>
          <a:xfrm>
            <a:off x="8813607" y="857155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A30FAE-74CD-D2EF-96DB-DE62AD5CB7F9}"/>
              </a:ext>
            </a:extLst>
          </p:cNvPr>
          <p:cNvCxnSpPr/>
          <p:nvPr/>
        </p:nvCxnSpPr>
        <p:spPr>
          <a:xfrm>
            <a:off x="7774001" y="857155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37BC4C-B5AD-8F2D-B168-1524D7BDD0CE}"/>
              </a:ext>
            </a:extLst>
          </p:cNvPr>
          <p:cNvCxnSpPr/>
          <p:nvPr/>
        </p:nvCxnSpPr>
        <p:spPr>
          <a:xfrm>
            <a:off x="7843900" y="857155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0C4A98-A0BA-D178-CDEE-3CB6BFDAAD69}"/>
              </a:ext>
            </a:extLst>
          </p:cNvPr>
          <p:cNvCxnSpPr/>
          <p:nvPr/>
        </p:nvCxnSpPr>
        <p:spPr>
          <a:xfrm>
            <a:off x="10324712" y="906358"/>
            <a:ext cx="0" cy="236124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287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980906-5EB2-38BB-7AB6-E4A0A2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4239"/>
              </p:ext>
            </p:extLst>
          </p:nvPr>
        </p:nvGraphicFramePr>
        <p:xfrm>
          <a:off x="932935" y="818520"/>
          <a:ext cx="8077882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086">
                  <a:extLst>
                    <a:ext uri="{9D8B030D-6E8A-4147-A177-3AD203B41FA5}">
                      <a16:colId xmlns:a16="http://schemas.microsoft.com/office/drawing/2014/main" val="2476227629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4170831906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119037659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742810794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2877227665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2050035615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1464040066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2726462448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85551947"/>
                    </a:ext>
                  </a:extLst>
                </a:gridCol>
                <a:gridCol w="806644">
                  <a:extLst>
                    <a:ext uri="{9D8B030D-6E8A-4147-A177-3AD203B41FA5}">
                      <a16:colId xmlns:a16="http://schemas.microsoft.com/office/drawing/2014/main" val="940156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Loc/Place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Con. Pred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Def. Pred.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Direct Fol.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Item Sel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3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  <a:p>
                      <a:r>
                        <a:rPr lang="en-US" sz="11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OM,BE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M&gt;M</a:t>
                      </a:r>
                    </a:p>
                    <a:p>
                      <a:r>
                        <a:rPr lang="en-US" sz="1100" dirty="0"/>
                        <a:t>Out&gt;</a:t>
                      </a:r>
                      <a:r>
                        <a:rPr lang="en-US" sz="1100" dirty="0" err="1"/>
                        <a:t>Inp</a:t>
                      </a:r>
                      <a:r>
                        <a:rPr lang="en-US" sz="11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  <a:p>
                      <a:r>
                        <a:rPr lang="en-US" sz="1100" dirty="0" err="1"/>
                        <a:t>Inp</a:t>
                      </a:r>
                      <a:r>
                        <a:rPr lang="en-US" sz="11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3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8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45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  <a:p>
                      <a:r>
                        <a:rPr lang="en-US" sz="1100" dirty="0" err="1"/>
                        <a:t>Inp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6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Opr</a:t>
                      </a:r>
                      <a:r>
                        <a:rPr lang="en-US" sz="1100" dirty="0"/>
                        <a:t> (Man)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</a:t>
                      </a:r>
                    </a:p>
                    <a:p>
                      <a:r>
                        <a:rPr lang="en-US" sz="1100" dirty="0"/>
                        <a:t>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6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45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3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68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980906-5EB2-38BB-7AB6-E4A0A2AE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27958"/>
              </p:ext>
            </p:extLst>
          </p:nvPr>
        </p:nvGraphicFramePr>
        <p:xfrm>
          <a:off x="4158048" y="1448714"/>
          <a:ext cx="269995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84">
                  <a:extLst>
                    <a:ext uri="{9D8B030D-6E8A-4147-A177-3AD203B41FA5}">
                      <a16:colId xmlns:a16="http://schemas.microsoft.com/office/drawing/2014/main" val="2476227629"/>
                    </a:ext>
                  </a:extLst>
                </a:gridCol>
                <a:gridCol w="1041605">
                  <a:extLst>
                    <a:ext uri="{9D8B030D-6E8A-4147-A177-3AD203B41FA5}">
                      <a16:colId xmlns:a16="http://schemas.microsoft.com/office/drawing/2014/main" val="4170831906"/>
                    </a:ext>
                  </a:extLst>
                </a:gridCol>
                <a:gridCol w="982362">
                  <a:extLst>
                    <a:ext uri="{9D8B030D-6E8A-4147-A177-3AD203B41FA5}">
                      <a16:colId xmlns:a16="http://schemas.microsoft.com/office/drawing/2014/main" val="119037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3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Assign 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5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Assign 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0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3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8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Select Dest.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45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Assign 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6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Select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76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Assign 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458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Assign 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031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783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194</Words>
  <Application>Microsoft Office PowerPoint</Application>
  <PresentationFormat>Widescreen</PresentationFormat>
  <Paragraphs>131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Firat, Murat</dc:creator>
  <cp:lastModifiedBy>Firat, Murat</cp:lastModifiedBy>
  <cp:revision>5</cp:revision>
  <dcterms:created xsi:type="dcterms:W3CDTF">2026-05-06T09:02:09Z</dcterms:created>
  <dcterms:modified xsi:type="dcterms:W3CDTF">2026-07-31T22:57:39Z</dcterms:modified>
</cp:coreProperties>
</file>